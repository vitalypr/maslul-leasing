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7" autoAdjust="0"/>
    <p:restoredTop sz="94660"/>
  </p:normalViewPr>
  <p:slideViewPr>
    <p:cSldViewPr snapToGrid="0">
      <p:cViewPr>
        <p:scale>
          <a:sx n="100" d="100"/>
          <a:sy n="100" d="100"/>
        </p:scale>
        <p:origin x="898" y="-2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82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3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5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36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9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6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9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27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3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7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57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7E821-FCE3-47D6-93A2-5063A7C57C5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3E11F-8A65-47A3-B2C7-08A5E7016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90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51348DA-5BF6-46C7-9A38-8204181DFC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85"/>
          <a:stretch/>
        </p:blipFill>
        <p:spPr bwMode="auto">
          <a:xfrm>
            <a:off x="637496" y="175259"/>
            <a:ext cx="5583008" cy="12192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87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 Por</dc:creator>
  <cp:lastModifiedBy>Vit Por</cp:lastModifiedBy>
  <cp:revision>1</cp:revision>
  <dcterms:created xsi:type="dcterms:W3CDTF">2026-08-08T14:16:58Z</dcterms:created>
  <dcterms:modified xsi:type="dcterms:W3CDTF">2026-08-08T14:18:13Z</dcterms:modified>
</cp:coreProperties>
</file>